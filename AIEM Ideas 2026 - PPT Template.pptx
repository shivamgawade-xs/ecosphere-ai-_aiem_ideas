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cy="10287000" cx="18288000"/>
  <p:notesSz cx="6858000" cy="9144000"/>
  <p:embeddedFontLst>
    <p:embeddedFont>
      <p:font typeface="Libre Franklin"/>
      <p:regular r:id="rId9"/>
      <p:bold r:id="rId10"/>
      <p:italic r:id="rId11"/>
      <p:boldItalic r:id="rId12"/>
    </p:embeddedFont>
    <p:embeddedFont>
      <p:font typeface="Franklin Gothic"/>
      <p:bold r:id="rId13"/>
    </p:embeddedFont>
    <p:embeddedFont>
      <p:font typeface="Nunito"/>
      <p:bold r:id="rId14"/>
      <p:boldItalic r:id="rId15"/>
    </p:embeddedFont>
    <p:embeddedFont>
      <p:font typeface="Nunito Sans"/>
      <p:bold r:id="rId16"/>
      <p:boldItalic r:id="rId17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C3FFADEA-4DD0-4CBA-9EA6-032BAB19B8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band1H>
    <a:band2H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band2H>
    <a:band1V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band1V>
    <a:band2V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band2V>
    <a:lastCol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Col>
    <a:firstCol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seCell>
    <a:swCell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swCell>
    <a:firstRow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neCell>
    <a:nwCell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59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712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713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14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indent="-228600" lvl="1" marL="914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indent="-228600" lvl="2" marL="1371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indent="-228600" lvl="3" marL="1828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indent="-228600" lvl="4" marL="22860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indent="-228600" lvl="5" marL="2743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indent="-228600" lvl="6" marL="3200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indent="-228600" lvl="7" marL="3657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indent="-228600" lvl="8" marL="4114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715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716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Google Shape;119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86" name="Google Shape;120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125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</a:p>
        </p:txBody>
      </p:sp>
      <p:sp>
        <p:nvSpPr>
          <p:cNvPr id="1048600" name="Google Shape;126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136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</a:p>
        </p:txBody>
      </p:sp>
      <p:sp>
        <p:nvSpPr>
          <p:cNvPr id="1048609" name="Google Shape;137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48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</a:p>
        </p:txBody>
      </p:sp>
      <p:sp>
        <p:nvSpPr>
          <p:cNvPr id="1048631" name="Google Shape;149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59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</a:p>
        </p:txBody>
      </p:sp>
      <p:sp>
        <p:nvSpPr>
          <p:cNvPr id="1048638" name="Google Shape;160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170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45" name="Google Shape;171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22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7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3" name="Google Shape;18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26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Google Shape;20;p9"/>
          <p:cNvSpPr/>
          <p:nvPr>
            <p:ph type="pic" idx="2"/>
          </p:nvPr>
        </p:nvSpPr>
        <p:spPr>
          <a:xfrm>
            <a:off x="9144000" y="-33815"/>
            <a:ext cx="9144000" cy="10354629"/>
          </a:xfrm>
          <a:prstGeom prst="rect"/>
          <a:noFill/>
          <a:ln>
            <a:noFill/>
          </a:ln>
        </p:spPr>
      </p:sp>
      <p:sp>
        <p:nvSpPr>
          <p:cNvPr id="1048588" name="Google Shape;21;p9"/>
          <p:cNvSpPr txBox="1"/>
          <p:nvPr>
            <p:ph type="title"/>
          </p:nvPr>
        </p:nvSpPr>
        <p:spPr>
          <a:xfrm>
            <a:off x="1446035" y="1318595"/>
            <a:ext cx="7412216" cy="916295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sz="6600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9" name="Google Shape;22;p9"/>
          <p:cNvSpPr txBox="1"/>
          <p:nvPr>
            <p:ph type="body" idx="1"/>
          </p:nvPr>
        </p:nvSpPr>
        <p:spPr>
          <a:xfrm>
            <a:off x="1428749" y="3434045"/>
            <a:ext cx="6858002" cy="419284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lstStyle>
            <a:lvl1pPr algn="l" indent="-228600" lvl="0" marL="4572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240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algn="l" indent="-4826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6000"/>
            </a:lvl2pPr>
            <a:lvl3pPr algn="l" indent="-4826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6000"/>
            </a:lvl3pPr>
            <a:lvl4pPr algn="l" indent="-4826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6000"/>
            </a:lvl4pPr>
            <a:lvl5pPr algn="l" indent="-4826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6000"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590" name="Google Shape;23;p9"/>
          <p:cNvSpPr txBox="1"/>
          <p:nvPr>
            <p:ph type="dt" idx="10"/>
          </p:nvPr>
        </p:nvSpPr>
        <p:spPr>
          <a:xfrm>
            <a:off x="4488180" y="9498331"/>
            <a:ext cx="196977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9pPr>
          </a:lstStyle>
          <a:p/>
        </p:txBody>
      </p:sp>
      <p:sp>
        <p:nvSpPr>
          <p:cNvPr id="1048591" name="Google Shape;24;p9"/>
          <p:cNvSpPr txBox="1"/>
          <p:nvPr>
            <p:ph type="ftr" idx="11"/>
          </p:nvPr>
        </p:nvSpPr>
        <p:spPr>
          <a:xfrm>
            <a:off x="2242185" y="9498331"/>
            <a:ext cx="2245995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9pPr>
          </a:lstStyle>
          <a:p/>
        </p:txBody>
      </p:sp>
      <p:sp>
        <p:nvSpPr>
          <p:cNvPr id="1048592" name="Google Shape;25;p9"/>
          <p:cNvSpPr txBox="1"/>
          <p:nvPr>
            <p:ph type="sldNum" idx="12"/>
          </p:nvPr>
        </p:nvSpPr>
        <p:spPr>
          <a:xfrm>
            <a:off x="1457325" y="9498331"/>
            <a:ext cx="78486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lstStyle>
            <a:lvl1pPr algn="l" indent="0" lvl="0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0" lvl="1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0" lvl="2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0" lvl="3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0" lvl="4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0" lvl="5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0" lvl="6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0" lvl="7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0" lvl="8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</p:bgPr>
    </p:bg>
    <p:spTree>
      <p:nvGrpSpPr>
        <p:cNvPr id="35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27;p10"/>
          <p:cNvSpPr txBox="1"/>
          <p:nvPr>
            <p:ph type="title"/>
          </p:nvPr>
        </p:nvSpPr>
        <p:spPr>
          <a:xfrm>
            <a:off x="1446035" y="1318595"/>
            <a:ext cx="7412216" cy="916295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sz="6600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11" name="Google Shape;28;p10"/>
          <p:cNvSpPr txBox="1"/>
          <p:nvPr>
            <p:ph type="body" idx="1"/>
          </p:nvPr>
        </p:nvSpPr>
        <p:spPr>
          <a:xfrm>
            <a:off x="1428750" y="3985356"/>
            <a:ext cx="7258050" cy="86147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algn="l" indent="-3429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2" name="Google Shape;29;p10"/>
          <p:cNvSpPr txBox="1"/>
          <p:nvPr>
            <p:ph type="body" idx="2"/>
          </p:nvPr>
        </p:nvSpPr>
        <p:spPr>
          <a:xfrm>
            <a:off x="1428750" y="3429000"/>
            <a:ext cx="7258050" cy="47387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27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algn="l" indent="-2286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lvl2pPr>
            <a:lvl3pPr algn="l" indent="-2286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lvl3pPr>
            <a:lvl4pPr algn="l" indent="-2286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4pPr>
            <a:lvl5pPr algn="l" indent="-2286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3" name="Google Shape;30;p10"/>
          <p:cNvSpPr txBox="1"/>
          <p:nvPr>
            <p:ph type="body" idx="3"/>
          </p:nvPr>
        </p:nvSpPr>
        <p:spPr>
          <a:xfrm>
            <a:off x="1430483" y="5762769"/>
            <a:ext cx="7258050" cy="95513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algn="l" indent="-3429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4" name="Google Shape;31;p10"/>
          <p:cNvSpPr txBox="1"/>
          <p:nvPr>
            <p:ph type="body" idx="4"/>
          </p:nvPr>
        </p:nvSpPr>
        <p:spPr>
          <a:xfrm>
            <a:off x="1430483" y="5206414"/>
            <a:ext cx="7258050" cy="47387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27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algn="l" indent="-2286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lvl2pPr>
            <a:lvl3pPr algn="l" indent="-2286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lvl3pPr>
            <a:lvl4pPr algn="l" indent="-2286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4pPr>
            <a:lvl5pPr algn="l" indent="-2286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5" name="Google Shape;32;p10"/>
          <p:cNvSpPr txBox="1"/>
          <p:nvPr>
            <p:ph type="body" idx="5"/>
          </p:nvPr>
        </p:nvSpPr>
        <p:spPr>
          <a:xfrm>
            <a:off x="1428750" y="7526852"/>
            <a:ext cx="7258050" cy="136251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algn="l" indent="-3429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6" name="Google Shape;33;p10"/>
          <p:cNvSpPr txBox="1"/>
          <p:nvPr>
            <p:ph type="body" idx="6"/>
          </p:nvPr>
        </p:nvSpPr>
        <p:spPr>
          <a:xfrm>
            <a:off x="1428750" y="6970496"/>
            <a:ext cx="7258050" cy="47387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27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algn="l" indent="-2286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lvl2pPr>
            <a:lvl3pPr algn="l" indent="-2286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lvl3pPr>
            <a:lvl4pPr algn="l" indent="-2286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4pPr>
            <a:lvl5pPr algn="l" indent="-2286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7" name="Google Shape;34;p10"/>
          <p:cNvSpPr txBox="1"/>
          <p:nvPr>
            <p:ph type="body" idx="7"/>
          </p:nvPr>
        </p:nvSpPr>
        <p:spPr>
          <a:xfrm>
            <a:off x="9599471" y="3985356"/>
            <a:ext cx="7258050" cy="86147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algn="l" indent="-3429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8" name="Google Shape;35;p10"/>
          <p:cNvSpPr txBox="1"/>
          <p:nvPr>
            <p:ph type="body" idx="8"/>
          </p:nvPr>
        </p:nvSpPr>
        <p:spPr>
          <a:xfrm>
            <a:off x="9599471" y="3429000"/>
            <a:ext cx="7258050" cy="47387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27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algn="l" indent="-2286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lvl2pPr>
            <a:lvl3pPr algn="l" indent="-2286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lvl3pPr>
            <a:lvl4pPr algn="l" indent="-2286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4pPr>
            <a:lvl5pPr algn="l" indent="-2286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19" name="Google Shape;36;p10"/>
          <p:cNvSpPr txBox="1"/>
          <p:nvPr>
            <p:ph type="body" idx="9"/>
          </p:nvPr>
        </p:nvSpPr>
        <p:spPr>
          <a:xfrm>
            <a:off x="9599471" y="5762769"/>
            <a:ext cx="7258050" cy="136251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algn="l" indent="-3429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20" name="Google Shape;37;p10"/>
          <p:cNvSpPr txBox="1"/>
          <p:nvPr>
            <p:ph type="body" idx="13"/>
          </p:nvPr>
        </p:nvSpPr>
        <p:spPr>
          <a:xfrm>
            <a:off x="9599471" y="5206414"/>
            <a:ext cx="7258050" cy="47387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27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algn="l" indent="-228600" lvl="1" marL="914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lvl2pPr>
            <a:lvl3pPr algn="l" indent="-228600" lvl="2" marL="1371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lvl3pPr>
            <a:lvl4pPr algn="l" indent="-228600" lvl="3" marL="1828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4pPr>
            <a:lvl5pPr algn="l" indent="-228600" lvl="4" marL="22860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5pPr>
            <a:lvl6pPr algn="l" indent="-342900" lvl="5" marL="2743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lvl9pPr>
          </a:lstStyle>
          <a:p/>
        </p:txBody>
      </p:sp>
      <p:sp>
        <p:nvSpPr>
          <p:cNvPr id="1048621" name="Google Shape;38;p10"/>
          <p:cNvSpPr txBox="1"/>
          <p:nvPr>
            <p:ph type="dt" idx="10"/>
          </p:nvPr>
        </p:nvSpPr>
        <p:spPr>
          <a:xfrm>
            <a:off x="4488180" y="9498331"/>
            <a:ext cx="196977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9pPr>
          </a:lstStyle>
          <a:p/>
        </p:txBody>
      </p:sp>
      <p:sp>
        <p:nvSpPr>
          <p:cNvPr id="1048622" name="Google Shape;39;p10"/>
          <p:cNvSpPr txBox="1"/>
          <p:nvPr>
            <p:ph type="ftr" idx="11"/>
          </p:nvPr>
        </p:nvSpPr>
        <p:spPr>
          <a:xfrm>
            <a:off x="2242185" y="9498331"/>
            <a:ext cx="2245995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lvl9pPr>
          </a:lstStyle>
          <a:p/>
        </p:txBody>
      </p:sp>
      <p:sp>
        <p:nvSpPr>
          <p:cNvPr id="1048623" name="Google Shape;40;p10"/>
          <p:cNvSpPr txBox="1"/>
          <p:nvPr>
            <p:ph type="sldNum" idx="12"/>
          </p:nvPr>
        </p:nvSpPr>
        <p:spPr>
          <a:xfrm>
            <a:off x="1457325" y="9498331"/>
            <a:ext cx="78486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lstStyle>
            <a:lvl1pPr algn="l" indent="0" lvl="0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0" lvl="1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0" lvl="2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0" lvl="3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0" lvl="4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0" lvl="5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0" lvl="6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0" lvl="7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0" lvl="8" marL="0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57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Google Shape;4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9" name="Google Shape;43;p11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ctr" lv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 lvl="1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 lvl="2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 lvl="3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 lvl="4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 lvl="5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 lvl="6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 lvl="7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 lvl="8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700" name="Google Shape;44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1" name="Google Shape;45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2" name="Google Shape;46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52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Google Shape;4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7" name="Google Shape;49;p1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68" name="Google Shape;50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9" name="Google Shape;51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0" name="Google Shape;52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48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5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cap="none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7" name="Google Shape;55;p13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algn="l" indent="-228600" lvl="1" marL="91440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648" name="Google Shape;56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9" name="Google Shape;57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0" name="Google Shape;58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53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6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2" name="Google Shape;61;p14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673" name="Google Shape;62;p14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674" name="Google Shape;63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5" name="Google Shape;64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6" name="Google Shape;65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  <p:sp>
        <p:nvSpPr>
          <p:cNvPr id="1048677" name="Google Shape;66;p14"/>
          <p:cNvSpPr/>
          <p:nvPr/>
        </p:nvSpPr>
        <p:spPr>
          <a:xfrm>
            <a:off x="0" y="0"/>
            <a:ext cx="18288000" cy="10287000"/>
          </a:xfrm>
          <a:custGeom>
            <a:avLst/>
            <a:ah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1">
              <a:alphaModFix/>
            </a:blip>
            <a:stretch>
              <a:fillRect l="0" t="-24407" r="0" b="-2554"/>
            </a:stretch>
          </a:blipFill>
          <a:ln>
            <a:noFill/>
          </a:ln>
        </p:spPr>
      </p:sp>
      <p:grpSp>
        <p:nvGrpSpPr>
          <p:cNvPr id="54" name="Google Shape;67;p14"/>
          <p:cNvGrpSpPr/>
          <p:nvPr/>
        </p:nvGrpSpPr>
        <p:grpSpPr>
          <a:xfrm>
            <a:off x="-4167204" y="-923927"/>
            <a:ext cx="15097785" cy="11251406"/>
            <a:chOff x="0" y="-57150"/>
            <a:chExt cx="894684" cy="666750"/>
          </a:xfrm>
        </p:grpSpPr>
        <p:sp>
          <p:nvSpPr>
            <p:cNvPr id="1048678" name="Google Shape;68;p14"/>
            <p:cNvSpPr/>
            <p:nvPr/>
          </p:nvSpPr>
          <p:spPr>
            <a:xfrm>
              <a:off x="0" y="0"/>
              <a:ext cx="894684" cy="609600"/>
            </a:xfrm>
            <a:custGeom>
              <a:avLst/>
              <a:ahLst/>
              <a:rect l="l" t="t" r="r" b="b"/>
              <a:pathLst>
                <a:path w="894684" h="609600" extrusionOk="0">
                  <a:moveTo>
                    <a:pt x="69148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94684" y="609600"/>
                  </a:lnTo>
                  <a:lnTo>
                    <a:pt x="691484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</p:sp>
        <p:sp>
          <p:nvSpPr>
            <p:cNvPr id="1048679" name="Google Shape;69;p14"/>
            <p:cNvSpPr txBox="1"/>
            <p:nvPr/>
          </p:nvSpPr>
          <p:spPr>
            <a:xfrm>
              <a:off x="101600" y="-57150"/>
              <a:ext cx="691484" cy="666750"/>
            </a:xfrm>
            <a:prstGeom prst="rect"/>
            <a:noFill/>
            <a:ln>
              <a:noFill/>
            </a:ln>
          </p:spPr>
          <p:txBody>
            <a:bodyPr anchor="ctr" anchorCtr="0" bIns="50800" lIns="50800" rIns="50800" spcFirstLastPara="1" tIns="50800" wrap="square">
              <a:noAutofit/>
            </a:bodyPr>
            <a:p>
              <a:pPr algn="ctr" indent="0" lvl="0" marL="0" marR="0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8680" name="Google Shape;70;p14"/>
          <p:cNvSpPr/>
          <p:nvPr/>
        </p:nvSpPr>
        <p:spPr>
          <a:xfrm>
            <a:off x="58678" y="181503"/>
            <a:ext cx="4873005" cy="1857451"/>
          </a:xfrm>
          <a:custGeom>
            <a:avLst/>
            <a:ahLst/>
            <a:rect l="l" t="t" r="r" b="b"/>
            <a:pathLst>
              <a:path w="4873005" h="1857451" extrusionOk="0">
                <a:moveTo>
                  <a:pt x="0" y="0"/>
                </a:moveTo>
                <a:lnTo>
                  <a:pt x="4873005" y="0"/>
                </a:lnTo>
                <a:lnTo>
                  <a:pt x="4873005" y="1857451"/>
                </a:lnTo>
                <a:lnTo>
                  <a:pt x="0" y="18574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2">
              <a:alphaModFix/>
            </a:blip>
            <a:stretch>
              <a:fillRect l="-908" t="0" r="-1949" b="0"/>
            </a:stretch>
          </a:blipFill>
          <a:ln>
            <a:noFill/>
          </a:ln>
        </p:spPr>
      </p:sp>
      <p:sp>
        <p:nvSpPr>
          <p:cNvPr id="1048681" name="Google Shape;71;p14"/>
          <p:cNvSpPr/>
          <p:nvPr/>
        </p:nvSpPr>
        <p:spPr>
          <a:xfrm>
            <a:off x="1103118" y="9119157"/>
            <a:ext cx="784002" cy="835089"/>
          </a:xfrm>
          <a:custGeom>
            <a:avLst/>
            <a:ahLst/>
            <a:rect l="l" t="t" r="r" b="b"/>
            <a:pathLst>
              <a:path w="784002" h="835089" extrusionOk="0">
                <a:moveTo>
                  <a:pt x="0" y="0"/>
                </a:moveTo>
                <a:lnTo>
                  <a:pt x="784002" y="0"/>
                </a:lnTo>
                <a:lnTo>
                  <a:pt x="784002" y="835089"/>
                </a:lnTo>
                <a:lnTo>
                  <a:pt x="0" y="835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3">
              <a:alphaModFix/>
            </a:blip>
            <a:stretch>
              <a:fillRect l="0" t="0" r="-11390" b="0"/>
            </a:stretch>
          </a:blipFill>
          <a:ln>
            <a:noFill/>
          </a:ln>
        </p:spPr>
      </p:sp>
      <p:sp>
        <p:nvSpPr>
          <p:cNvPr id="1048682" name="Google Shape;72;p14"/>
          <p:cNvSpPr/>
          <p:nvPr/>
        </p:nvSpPr>
        <p:spPr>
          <a:xfrm>
            <a:off x="2168016" y="9105064"/>
            <a:ext cx="565767" cy="849182"/>
          </a:xfrm>
          <a:custGeom>
            <a:avLst/>
            <a:ahLst/>
            <a:rect l="l" t="t" r="r" b="b"/>
            <a:pathLst>
              <a:path w="565767" h="849182" extrusionOk="0">
                <a:moveTo>
                  <a:pt x="0" y="0"/>
                </a:moveTo>
                <a:lnTo>
                  <a:pt x="565767" y="0"/>
                </a:lnTo>
                <a:lnTo>
                  <a:pt x="565767" y="849182"/>
                </a:lnTo>
                <a:lnTo>
                  <a:pt x="0" y="8491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048683" name="Google Shape;73;p14"/>
          <p:cNvSpPr/>
          <p:nvPr/>
        </p:nvSpPr>
        <p:spPr>
          <a:xfrm>
            <a:off x="3171116" y="9233304"/>
            <a:ext cx="737010" cy="737010"/>
          </a:xfrm>
          <a:custGeom>
            <a:avLst/>
            <a:ahLst/>
            <a:rect l="l" t="t" r="r" b="b"/>
            <a:pathLst>
              <a:path w="737010" h="737010" extrusionOk="0">
                <a:moveTo>
                  <a:pt x="0" y="0"/>
                </a:moveTo>
                <a:lnTo>
                  <a:pt x="737010" y="0"/>
                </a:lnTo>
                <a:lnTo>
                  <a:pt x="737010" y="737010"/>
                </a:lnTo>
                <a:lnTo>
                  <a:pt x="0" y="73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048684" name="Google Shape;74;p14"/>
          <p:cNvSpPr/>
          <p:nvPr/>
        </p:nvSpPr>
        <p:spPr>
          <a:xfrm>
            <a:off x="4224860" y="9162418"/>
            <a:ext cx="559312" cy="807895"/>
          </a:xfrm>
          <a:custGeom>
            <a:avLst/>
            <a:ahLst/>
            <a:rect l="l" t="t" r="r" b="b"/>
            <a:pathLst>
              <a:path w="559312" h="807895" extrusionOk="0">
                <a:moveTo>
                  <a:pt x="0" y="0"/>
                </a:moveTo>
                <a:lnTo>
                  <a:pt x="559312" y="0"/>
                </a:lnTo>
                <a:lnTo>
                  <a:pt x="559312" y="807896"/>
                </a:lnTo>
                <a:lnTo>
                  <a:pt x="0" y="807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6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048685" name="Google Shape;75;p14"/>
          <p:cNvSpPr txBox="1"/>
          <p:nvPr/>
        </p:nvSpPr>
        <p:spPr>
          <a:xfrm>
            <a:off x="3138419" y="8963582"/>
            <a:ext cx="1186755" cy="1555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999" i="0" lang="en-US" strike="noStrike" u="none">
                <a:solidFill>
                  <a:srgbClr val="000B61"/>
                </a:solidFill>
                <a:latin typeface="Nunito"/>
                <a:ea typeface="Nunito"/>
                <a:cs typeface="Nunito"/>
                <a:sym typeface="Nunito"/>
              </a:rPr>
              <a:t>Approved By</a:t>
            </a:r>
          </a:p>
        </p:txBody>
      </p:sp>
      <p:sp>
        <p:nvSpPr>
          <p:cNvPr id="1048686" name="Google Shape;76;p14"/>
          <p:cNvSpPr txBox="1"/>
          <p:nvPr/>
        </p:nvSpPr>
        <p:spPr>
          <a:xfrm>
            <a:off x="1266221" y="7853367"/>
            <a:ext cx="8487379" cy="765594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29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400" i="0" lang="en-US" strike="noStrike" u="none">
                <a:solidFill>
                  <a:srgbClr val="010B61"/>
                </a:solidFill>
                <a:latin typeface="Nunito Sans"/>
                <a:ea typeface="Nunito Sans"/>
                <a:cs typeface="Nunito Sans"/>
                <a:sym typeface="Nunito Sans"/>
              </a:rPr>
              <a:t>AI</a:t>
            </a:r>
            <a:r>
              <a:rPr b="1" cap="none" sz="2400" i="0" lang="en-US" strike="noStrike" u="none">
                <a:solidFill>
                  <a:srgbClr val="C88833"/>
                </a:solidFill>
                <a:latin typeface="Nunito Sans"/>
                <a:ea typeface="Nunito Sans"/>
                <a:cs typeface="Nunito Sans"/>
                <a:sym typeface="Nunito Sans"/>
              </a:rPr>
              <a:t>E</a:t>
            </a:r>
            <a:r>
              <a:rPr b="1" cap="none" sz="2400" i="0" lang="en-US" strike="noStrike" u="none">
                <a:solidFill>
                  <a:srgbClr val="010B61"/>
                </a:solidFill>
                <a:latin typeface="Nunito Sans"/>
                <a:ea typeface="Nunito Sans"/>
                <a:cs typeface="Nunito Sans"/>
                <a:sym typeface="Nunito Sans"/>
              </a:rPr>
              <a:t>M For Excellence</a:t>
            </a:r>
          </a:p>
        </p:txBody>
      </p:sp>
      <p:pic>
        <p:nvPicPr>
          <p:cNvPr id="2097153" name="Google Shape;77;p14" descr="IDEAS  AI-generated content may be incorrect.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7">
            <a:alphaModFix/>
          </a:blip>
          <a:srcRect l="0" t="0" r="0" b="0"/>
          <a:stretch>
            <a:fillRect/>
          </a:stretch>
        </p:blipFill>
        <p:spPr>
          <a:xfrm>
            <a:off x="4990361" y="-233753"/>
            <a:ext cx="3620239" cy="2897223"/>
          </a:xfrm>
          <a:prstGeom prst="rect"/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5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Google Shape;7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4" name="Google Shape;80;p15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705" name="Google Shape;81;p15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706" name="Google Shape;82;p15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707" name="Google Shape;83;p15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708" name="Google Shape;84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9" name="Google Shape;85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0" name="Google Shape;86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5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8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3" name="Google Shape;89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4" name="Google Shape;90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5" name="Google Shape;91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56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93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3" name="Google Shape;94;p17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algn="l" indent="-381000" lvl="2" marL="1371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algn="l" indent="-355600" lvl="4" marL="22860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algn="l" indent="-355600" lvl="5" marL="27432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8694" name="Google Shape;95;p17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695" name="Google Shape;96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6" name="Google Shape;97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7" name="Google Shape;98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50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100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7" name="Google Shape;101;p18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/>
          <a:noFill/>
          <a:ln>
            <a:noFill/>
          </a:ln>
        </p:spPr>
      </p:sp>
      <p:sp>
        <p:nvSpPr>
          <p:cNvPr id="1048658" name="Google Shape;102;p18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659" name="Google Shape;103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0" name="Google Shape;104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1" name="Google Shape;105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55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10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8" name="Google Shape;108;p19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89" name="Google Shape;109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0" name="Google Shape;110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1" name="Google Shape;111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49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11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2" name="Google Shape;114;p20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53" name="Google Shape;115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4" name="Google Shape;116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55" name="Google Shape;117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8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sz="4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577" name="Google Shape;11;p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 marR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cap="none" sz="3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406400" lvl="1" marL="914400" marR="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cap="none" sz="2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81000" lvl="2" marL="1371600" marR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sz="2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55600" lvl="3" marL="1828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55600" lvl="4" marL="22860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55600" lvl="5" marL="27432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55600" lvl="6" marL="32004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55600" lvl="7" marL="36576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55600" lvl="8" marL="4114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12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9" name="Google Shape;13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4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122;p1" descr="The image features the AIEM Institute of Engineering &amp; Management's logo, showcasing a picturesque campus with buildings against a backdrop of a clear sky, mountains, and lush greenery, emphasizing the institution's excellence and accreditation by reputable bodies.  AI-generated content may be incorrect.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27482" y="4372"/>
            <a:ext cx="18280227" cy="10282628"/>
          </a:xfrm>
          <a:prstGeom prst="rect"/>
          <a:noFill/>
          <a:ln>
            <a:noFill/>
          </a:ln>
        </p:spPr>
      </p:pic>
      <p:sp>
        <p:nvSpPr>
          <p:cNvPr id="1048584" name="Google Shape;123;p1"/>
          <p:cNvSpPr txBox="1"/>
          <p:nvPr/>
        </p:nvSpPr>
        <p:spPr>
          <a:xfrm>
            <a:off x="457200" y="2499449"/>
            <a:ext cx="8699772" cy="5296289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cap="none" sz="2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Team Name:</a:t>
            </a:r>
            <a:endParaRPr b="1" cap="none" sz="24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br>
              <a:rPr b="1" cap="none" sz="2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b="1" cap="none" sz="2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Title of the Idea: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t/>
            </a:r>
            <a:endParaRPr b="1" cap="none" sz="20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br>
              <a:rPr b="1" cap="none" sz="20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endParaRPr b="1" cap="none" sz="20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Team Leader Name: Type Your Name Here</a:t>
            </a:r>
            <a:endParaRPr b="1" cap="none" sz="14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Branch 			 Year (I,II,III,IV): 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Team Member 1 Name: Type Your Name Here</a:t>
            </a:r>
            <a:endParaRPr b="1" cap="none" sz="14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Branch			 Year (I,II,III,IV): 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Team Member 2 Name: Type Your Name Here</a:t>
            </a:r>
            <a:endParaRPr b="1" cap="none" sz="14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Branch 			 Year (I,II,III,IV): 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Team Member 3 Name: Type Your Name Here</a:t>
            </a:r>
            <a:endParaRPr b="1" cap="none" sz="14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Branch 			 Year (I,II,III,IV):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Team Member 4 Name: Type Your Name Here</a:t>
            </a:r>
            <a:endParaRPr b="1" cap="none" sz="14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cap="none" sz="14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Branch 			 Year (I,II,III,IV):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128;p2"/>
          <p:cNvSpPr txBox="1"/>
          <p:nvPr>
            <p:ph type="title"/>
          </p:nvPr>
        </p:nvSpPr>
        <p:spPr>
          <a:xfrm>
            <a:off x="1446035" y="1318595"/>
            <a:ext cx="8301647" cy="916295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sz="5400" lang="en-US">
                <a:latin typeface="Nunito Sans"/>
                <a:ea typeface="Nunito Sans"/>
                <a:cs typeface="Nunito Sans"/>
                <a:sym typeface="Nunito Sans"/>
              </a:rPr>
              <a:t>Problem Statement</a:t>
            </a:r>
            <a:endParaRPr b="1" sz="54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48594" name="Google Shape;129;p2"/>
          <p:cNvSpPr txBox="1"/>
          <p:nvPr>
            <p:ph type="sldNum" idx="12"/>
          </p:nvPr>
        </p:nvSpPr>
        <p:spPr>
          <a:xfrm>
            <a:off x="1457325" y="9498331"/>
            <a:ext cx="78486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fld id="{00000000-1234-1234-1234-123412341234}" type="slidenum">
              <a:rPr sz="1800" lang="en-US"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130;p2"/>
          <p:cNvGrpSpPr/>
          <p:nvPr/>
        </p:nvGrpSpPr>
        <p:grpSpPr>
          <a:xfrm>
            <a:off x="10896600" y="0"/>
            <a:ext cx="9063119" cy="10447672"/>
            <a:chOff x="0" y="0"/>
            <a:chExt cx="12084158" cy="13930230"/>
          </a:xfrm>
        </p:grpSpPr>
        <p:sp>
          <p:nvSpPr>
            <p:cNvPr id="1048595" name="Google Shape;131;p2"/>
            <p:cNvSpPr/>
            <p:nvPr/>
          </p:nvSpPr>
          <p:spPr>
            <a:xfrm>
              <a:off x="652623" y="0"/>
              <a:ext cx="11431535" cy="12148670"/>
            </a:xfrm>
            <a:custGeom>
              <a:avLst/>
              <a:ahLst/>
              <a:rect l="l" t="t" r="r" b="b"/>
              <a:pathLst>
                <a:path w="11431535" h="12148672" extrusionOk="0">
                  <a:moveTo>
                    <a:pt x="0" y="0"/>
                  </a:moveTo>
                  <a:lnTo>
                    <a:pt x="11431535" y="0"/>
                  </a:lnTo>
                  <a:lnTo>
                    <a:pt x="11431535" y="12148672"/>
                  </a:lnTo>
                  <a:lnTo>
                    <a:pt x="0" y="12148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487" t="0" r="-7291" b="-1290"/>
              </a:stretch>
            </a:blipFill>
            <a:ln>
              <a:noFill/>
            </a:ln>
          </p:spPr>
        </p:sp>
        <p:sp>
          <p:nvSpPr>
            <p:cNvPr id="1048596" name="Google Shape;132;p2"/>
            <p:cNvSpPr/>
            <p:nvPr/>
          </p:nvSpPr>
          <p:spPr>
            <a:xfrm>
              <a:off x="0" y="11380845"/>
              <a:ext cx="4720489" cy="2549385"/>
            </a:xfrm>
            <a:custGeom>
              <a:avLst/>
              <a:ahLst/>
              <a:rect l="l" t="t" r="r" b="b"/>
              <a:pathLst>
                <a:path w="4720489" h="2549386" extrusionOk="0">
                  <a:moveTo>
                    <a:pt x="0" y="0"/>
                  </a:moveTo>
                  <a:lnTo>
                    <a:pt x="4720489" y="0"/>
                  </a:lnTo>
                  <a:lnTo>
                    <a:pt x="4720489" y="2549386"/>
                  </a:lnTo>
                  <a:lnTo>
                    <a:pt x="0" y="2549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1196" t="-382108" r="-162865" b="-6221"/>
              </a:stretch>
            </a:blipFill>
            <a:ln>
              <a:noFill/>
            </a:ln>
          </p:spPr>
        </p:sp>
      </p:grpSp>
      <p:sp>
        <p:nvSpPr>
          <p:cNvPr id="1048597" name="Google Shape;133;p2"/>
          <p:cNvSpPr txBox="1"/>
          <p:nvPr/>
        </p:nvSpPr>
        <p:spPr>
          <a:xfrm>
            <a:off x="1457324" y="2781300"/>
            <a:ext cx="15351773" cy="4316162"/>
          </a:xfrm>
          <a:prstGeom prst="rect"/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cap="none" sz="28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Describe the current problem that you are planning to solve</a:t>
            </a: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cap="none" sz="28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Provide data or case examples to support its urgency</a:t>
            </a:r>
            <a:endParaRPr b="1" cap="none" sz="28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-276225" lvl="0" marL="428625" marR="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cap="none" sz="28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48598" name="Google Shape;134;p2"/>
          <p:cNvSpPr txBox="1"/>
          <p:nvPr/>
        </p:nvSpPr>
        <p:spPr>
          <a:xfrm>
            <a:off x="1432477" y="7734300"/>
            <a:ext cx="15351773" cy="1374254"/>
          </a:xfrm>
          <a:prstGeom prst="rect"/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cap="none" sz="2800" i="0" lang="en-US" strike="noStrike" u="non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Mention the primary SDG goal addressed.</a:t>
            </a:r>
            <a:endParaRPr b="1" cap="none" sz="28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 indent="-276225" lvl="0" marL="428625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cap="none" sz="2800" i="0" strike="noStrike" u="none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39;p3"/>
          <p:cNvSpPr/>
          <p:nvPr>
            <p:ph type="pic" idx="2"/>
          </p:nvPr>
        </p:nvSpPr>
        <p:spPr>
          <a:xfrm>
            <a:off x="11067863" y="216392"/>
            <a:ext cx="7033707" cy="5177315"/>
          </a:xfrm>
          <a:prstGeom prst="rect"/>
          <a:noFill/>
          <a:ln>
            <a:noFill/>
          </a:ln>
        </p:spPr>
      </p:sp>
      <p:sp>
        <p:nvSpPr>
          <p:cNvPr id="1048602" name="Google Shape;140;p3"/>
          <p:cNvSpPr txBox="1"/>
          <p:nvPr>
            <p:ph type="title"/>
          </p:nvPr>
        </p:nvSpPr>
        <p:spPr>
          <a:xfrm>
            <a:off x="1446035" y="1318595"/>
            <a:ext cx="8301647" cy="916295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sz="5400" lang="en-US">
                <a:latin typeface="Arial"/>
                <a:ea typeface="Arial"/>
                <a:cs typeface="Arial"/>
                <a:sym typeface="Arial"/>
              </a:rPr>
              <a:t>Idea/Approach Details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03" name="Google Shape;141;p3"/>
          <p:cNvSpPr txBox="1"/>
          <p:nvPr>
            <p:ph type="sldNum" idx="12"/>
          </p:nvPr>
        </p:nvSpPr>
        <p:spPr>
          <a:xfrm>
            <a:off x="1457325" y="9498331"/>
            <a:ext cx="78486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sz="180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142;p3"/>
          <p:cNvGrpSpPr/>
          <p:nvPr/>
        </p:nvGrpSpPr>
        <p:grpSpPr>
          <a:xfrm>
            <a:off x="10896600" y="0"/>
            <a:ext cx="9063119" cy="10447674"/>
            <a:chOff x="0" y="0"/>
            <a:chExt cx="12084158" cy="13930230"/>
          </a:xfrm>
        </p:grpSpPr>
        <p:sp>
          <p:nvSpPr>
            <p:cNvPr id="1048604" name="Google Shape;143;p3"/>
            <p:cNvSpPr/>
            <p:nvPr/>
          </p:nvSpPr>
          <p:spPr>
            <a:xfrm>
              <a:off x="652623" y="0"/>
              <a:ext cx="11431535" cy="12148670"/>
            </a:xfrm>
            <a:custGeom>
              <a:avLst/>
              <a:ahLst/>
              <a:rect l="l" t="t" r="r" b="b"/>
              <a:pathLst>
                <a:path w="11431535" h="12148672" extrusionOk="0">
                  <a:moveTo>
                    <a:pt x="0" y="0"/>
                  </a:moveTo>
                  <a:lnTo>
                    <a:pt x="11431535" y="0"/>
                  </a:lnTo>
                  <a:lnTo>
                    <a:pt x="11431535" y="12148672"/>
                  </a:lnTo>
                  <a:lnTo>
                    <a:pt x="0" y="12148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487" t="0" r="-7291" b="-1290"/>
              </a:stretch>
            </a:blipFill>
            <a:ln>
              <a:noFill/>
            </a:ln>
          </p:spPr>
        </p:sp>
        <p:sp>
          <p:nvSpPr>
            <p:cNvPr id="1048605" name="Google Shape;144;p3"/>
            <p:cNvSpPr/>
            <p:nvPr/>
          </p:nvSpPr>
          <p:spPr>
            <a:xfrm>
              <a:off x="0" y="11380845"/>
              <a:ext cx="4720489" cy="2549385"/>
            </a:xfrm>
            <a:custGeom>
              <a:avLst/>
              <a:ahLst/>
              <a:rect l="l" t="t" r="r" b="b"/>
              <a:pathLst>
                <a:path w="4720489" h="2549386" extrusionOk="0">
                  <a:moveTo>
                    <a:pt x="0" y="0"/>
                  </a:moveTo>
                  <a:lnTo>
                    <a:pt x="4720489" y="0"/>
                  </a:lnTo>
                  <a:lnTo>
                    <a:pt x="4720489" y="2549386"/>
                  </a:lnTo>
                  <a:lnTo>
                    <a:pt x="0" y="2549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1196" t="-382108" r="-162865" b="-6221"/>
              </a:stretch>
            </a:blipFill>
            <a:ln>
              <a:noFill/>
            </a:ln>
          </p:spPr>
        </p:sp>
      </p:grpSp>
      <p:sp>
        <p:nvSpPr>
          <p:cNvPr id="1048606" name="Google Shape;145;p3"/>
          <p:cNvSpPr txBox="1"/>
          <p:nvPr/>
        </p:nvSpPr>
        <p:spPr>
          <a:xfrm>
            <a:off x="10913907" y="4661282"/>
            <a:ext cx="7033707" cy="1394401"/>
          </a:xfrm>
          <a:prstGeom prst="rect"/>
          <a:noFill/>
          <a:ln>
            <a:noFill/>
          </a:ln>
        </p:spPr>
        <p:txBody>
          <a:bodyPr anchor="t" anchorCtr="0" bIns="68550" lIns="137125" rIns="137125" spcFirstLastPara="1" tIns="6855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8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add process flow chart or images of prototype or any relevant image related to your idea</a:t>
            </a:r>
            <a:endParaRPr b="1" cap="none" sz="28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07" name="Google Shape;146;p3"/>
          <p:cNvSpPr txBox="1"/>
          <p:nvPr/>
        </p:nvSpPr>
        <p:spPr>
          <a:xfrm>
            <a:off x="1371600" y="3390900"/>
            <a:ext cx="9036081" cy="4316162"/>
          </a:xfrm>
          <a:prstGeom prst="rect"/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cap="none" sz="27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 your idea/Solution/</a:t>
            </a:r>
            <a:r>
              <a:rPr b="1" cap="none" sz="28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r>
              <a:rPr b="1" cap="none" sz="27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here:</a:t>
            </a:r>
            <a:endParaRPr b="1" cap="none" sz="24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indent="-276225" lvl="0" marL="428625" marR="0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cap="none" sz="24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151;p4"/>
          <p:cNvSpPr txBox="1"/>
          <p:nvPr>
            <p:ph type="title"/>
          </p:nvPr>
        </p:nvSpPr>
        <p:spPr>
          <a:xfrm>
            <a:off x="1428749" y="1644520"/>
            <a:ext cx="8671214" cy="916295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sz="5400" lang="en-US">
                <a:latin typeface="Arial"/>
                <a:ea typeface="Arial"/>
                <a:cs typeface="Arial"/>
                <a:sym typeface="Arial"/>
              </a:rPr>
              <a:t>Implementation Plan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25" name="Google Shape;152;p4"/>
          <p:cNvSpPr txBox="1"/>
          <p:nvPr>
            <p:ph type="sldNum" idx="12"/>
          </p:nvPr>
        </p:nvSpPr>
        <p:spPr>
          <a:xfrm>
            <a:off x="1457325" y="9498331"/>
            <a:ext cx="78486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sz="180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153;p4"/>
          <p:cNvGrpSpPr/>
          <p:nvPr/>
        </p:nvGrpSpPr>
        <p:grpSpPr>
          <a:xfrm>
            <a:off x="10896600" y="0"/>
            <a:ext cx="9063119" cy="10447674"/>
            <a:chOff x="0" y="0"/>
            <a:chExt cx="12084158" cy="13930230"/>
          </a:xfrm>
        </p:grpSpPr>
        <p:sp>
          <p:nvSpPr>
            <p:cNvPr id="1048626" name="Google Shape;154;p4"/>
            <p:cNvSpPr/>
            <p:nvPr/>
          </p:nvSpPr>
          <p:spPr>
            <a:xfrm>
              <a:off x="652623" y="0"/>
              <a:ext cx="11431535" cy="12148670"/>
            </a:xfrm>
            <a:custGeom>
              <a:avLst/>
              <a:ahLst/>
              <a:rect l="l" t="t" r="r" b="b"/>
              <a:pathLst>
                <a:path w="11431535" h="12148672" extrusionOk="0">
                  <a:moveTo>
                    <a:pt x="0" y="0"/>
                  </a:moveTo>
                  <a:lnTo>
                    <a:pt x="11431535" y="0"/>
                  </a:lnTo>
                  <a:lnTo>
                    <a:pt x="11431535" y="12148672"/>
                  </a:lnTo>
                  <a:lnTo>
                    <a:pt x="0" y="12148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487" t="0" r="-7291" b="-1290"/>
              </a:stretch>
            </a:blipFill>
            <a:ln>
              <a:noFill/>
            </a:ln>
          </p:spPr>
        </p:sp>
        <p:sp>
          <p:nvSpPr>
            <p:cNvPr id="1048627" name="Google Shape;155;p4"/>
            <p:cNvSpPr/>
            <p:nvPr/>
          </p:nvSpPr>
          <p:spPr>
            <a:xfrm>
              <a:off x="0" y="11380845"/>
              <a:ext cx="4720489" cy="2549385"/>
            </a:xfrm>
            <a:custGeom>
              <a:avLst/>
              <a:ahLst/>
              <a:rect l="l" t="t" r="r" b="b"/>
              <a:pathLst>
                <a:path w="4720489" h="2549386" extrusionOk="0">
                  <a:moveTo>
                    <a:pt x="0" y="0"/>
                  </a:moveTo>
                  <a:lnTo>
                    <a:pt x="4720489" y="0"/>
                  </a:lnTo>
                  <a:lnTo>
                    <a:pt x="4720489" y="2549386"/>
                  </a:lnTo>
                  <a:lnTo>
                    <a:pt x="0" y="2549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1196" t="-382108" r="-162865" b="-6221"/>
              </a:stretch>
            </a:blipFill>
            <a:ln>
              <a:noFill/>
            </a:ln>
          </p:spPr>
        </p:sp>
      </p:grpSp>
      <p:sp>
        <p:nvSpPr>
          <p:cNvPr id="1048628" name="Google Shape;156;p4"/>
          <p:cNvSpPr txBox="1"/>
          <p:nvPr>
            <p:ph type="body" idx="2"/>
          </p:nvPr>
        </p:nvSpPr>
        <p:spPr>
          <a:xfrm>
            <a:off x="1371600" y="3429000"/>
            <a:ext cx="7258050" cy="473873"/>
          </a:xfrm>
          <a:prstGeom prst="rect"/>
          <a:noFill/>
          <a:ln>
            <a:noFill/>
          </a:ln>
        </p:spPr>
        <p:txBody>
          <a:bodyPr anchor="t" anchorCtr="0" bIns="68550" lIns="137125" rIns="137125" spcFirstLastPara="1" tIns="68550" wrap="square">
            <a:noAutofit/>
          </a:bodyPr>
          <a:p>
            <a:pPr algn="l" indent="-342900" lvl="0" marL="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sz="2800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 Description/ Elaboration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29" name="Google Shape;157;p4"/>
          <p:cNvSpPr txBox="1"/>
          <p:nvPr/>
        </p:nvSpPr>
        <p:spPr>
          <a:xfrm>
            <a:off x="1371600" y="3985356"/>
            <a:ext cx="15212399" cy="5349144"/>
          </a:xfrm>
          <a:prstGeom prst="rect"/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t" anchorCtr="0" bIns="68550" lIns="137125" rIns="137125" spcFirstLastPara="1" tIns="68550" wrap="square">
            <a:noAutofit/>
          </a:bodyPr>
          <a:p>
            <a:pPr algn="l" indent="-428625" lvl="0" marL="428625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cap="none" sz="28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Step-by-step plan to bring your solution to life</a:t>
            </a:r>
          </a:p>
          <a:p>
            <a:pPr algn="l" indent="-428625" lvl="0" marL="428625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cap="none" sz="28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Technologies/tools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162;p5"/>
          <p:cNvSpPr txBox="1"/>
          <p:nvPr>
            <p:ph type="title"/>
          </p:nvPr>
        </p:nvSpPr>
        <p:spPr>
          <a:xfrm>
            <a:off x="1428749" y="1644520"/>
            <a:ext cx="8671214" cy="916295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sz="5400" lang="en-US">
                <a:latin typeface="Arial"/>
                <a:ea typeface="Arial"/>
                <a:cs typeface="Arial"/>
                <a:sym typeface="Arial"/>
              </a:rPr>
              <a:t>Cost Estimate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33" name="Google Shape;163;p5"/>
          <p:cNvSpPr txBox="1"/>
          <p:nvPr>
            <p:ph type="sldNum" idx="12"/>
          </p:nvPr>
        </p:nvSpPr>
        <p:spPr>
          <a:xfrm>
            <a:off x="1457325" y="9498331"/>
            <a:ext cx="78486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anklin Gothic"/>
              <a:buNone/>
            </a:pPr>
            <a:fld id="{00000000-1234-1234-1234-123412341234}" type="slidenum">
              <a:rPr sz="1800" lang="en-US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5</a:t>
            </a:fld>
            <a:endParaRPr sz="1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grpSp>
        <p:nvGrpSpPr>
          <p:cNvPr id="41" name="Google Shape;164;p5"/>
          <p:cNvGrpSpPr/>
          <p:nvPr/>
        </p:nvGrpSpPr>
        <p:grpSpPr>
          <a:xfrm>
            <a:off x="10896600" y="0"/>
            <a:ext cx="9063119" cy="10447674"/>
            <a:chOff x="0" y="0"/>
            <a:chExt cx="12084158" cy="13930230"/>
          </a:xfrm>
        </p:grpSpPr>
        <p:sp>
          <p:nvSpPr>
            <p:cNvPr id="1048634" name="Google Shape;165;p5"/>
            <p:cNvSpPr/>
            <p:nvPr/>
          </p:nvSpPr>
          <p:spPr>
            <a:xfrm>
              <a:off x="652623" y="0"/>
              <a:ext cx="11431535" cy="12148670"/>
            </a:xfrm>
            <a:custGeom>
              <a:avLst/>
              <a:ahLst/>
              <a:rect l="l" t="t" r="r" b="b"/>
              <a:pathLst>
                <a:path w="11431535" h="12148672" extrusionOk="0">
                  <a:moveTo>
                    <a:pt x="0" y="0"/>
                  </a:moveTo>
                  <a:lnTo>
                    <a:pt x="11431535" y="0"/>
                  </a:lnTo>
                  <a:lnTo>
                    <a:pt x="11431535" y="12148672"/>
                  </a:lnTo>
                  <a:lnTo>
                    <a:pt x="0" y="12148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487" t="0" r="-7291" b="-1290"/>
              </a:stretch>
            </a:blipFill>
            <a:ln>
              <a:noFill/>
            </a:ln>
          </p:spPr>
        </p:sp>
        <p:sp>
          <p:nvSpPr>
            <p:cNvPr id="1048635" name="Google Shape;166;p5"/>
            <p:cNvSpPr/>
            <p:nvPr/>
          </p:nvSpPr>
          <p:spPr>
            <a:xfrm>
              <a:off x="0" y="11380845"/>
              <a:ext cx="4720489" cy="2549385"/>
            </a:xfrm>
            <a:custGeom>
              <a:avLst/>
              <a:ahLst/>
              <a:rect l="l" t="t" r="r" b="b"/>
              <a:pathLst>
                <a:path w="4720489" h="2549386" extrusionOk="0">
                  <a:moveTo>
                    <a:pt x="0" y="0"/>
                  </a:moveTo>
                  <a:lnTo>
                    <a:pt x="4720489" y="0"/>
                  </a:lnTo>
                  <a:lnTo>
                    <a:pt x="4720489" y="2549386"/>
                  </a:lnTo>
                  <a:lnTo>
                    <a:pt x="0" y="2549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1196" t="-382108" r="-162865" b="-6221"/>
              </a:stretch>
            </a:blipFill>
            <a:ln>
              <a:noFill/>
            </a:ln>
          </p:spPr>
        </p:sp>
      </p:grpSp>
      <p:graphicFrame>
        <p:nvGraphicFramePr>
          <p:cNvPr id="4194304" name="Google Shape;167;p5"/>
          <p:cNvGraphicFramePr>
            <a:graphicFrameLocks/>
          </p:cNvGraphicFramePr>
          <p:nvPr/>
        </p:nvGraphicFramePr>
        <p:xfrm>
          <a:off x="1438470" y="4228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{C3FFADEA-4DD0-4CBA-9EA6-032BAB19B804}</a:tableStyleId>
              </a:tblPr>
              <a:tblGrid>
                <a:gridCol w="3048000"/>
                <a:gridCol w="3048000"/>
                <a:gridCol w="3048000"/>
                <a:gridCol w="3048000"/>
              </a:tblGrid>
              <a:tr h="5562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2800" lang="en-US" strike="noStrike" u="none">
                          <a:solidFill>
                            <a:schemeClr val="dk1"/>
                          </a:solidFill>
                        </a:rPr>
                        <a:t>Sr No.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 lang="en-US">
                          <a:solidFill>
                            <a:schemeClr val="dk1"/>
                          </a:solidFill>
                        </a:rPr>
                        <a:t>Item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 lang="en-US">
                          <a:solidFill>
                            <a:schemeClr val="dk1"/>
                          </a:solidFill>
                        </a:rPr>
                        <a:t>Quantity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 lang="en-US">
                          <a:solidFill>
                            <a:schemeClr val="dk1"/>
                          </a:solidFill>
                        </a:rPr>
                        <a:t>Price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62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L="137150" marR="137150" marT="68575" marB="6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48636" name="Google Shape;168;p5"/>
          <p:cNvSpPr txBox="1"/>
          <p:nvPr/>
        </p:nvSpPr>
        <p:spPr>
          <a:xfrm>
            <a:off x="1371600" y="3429001"/>
            <a:ext cx="8477250" cy="342900"/>
          </a:xfrm>
          <a:prstGeom prst="rect"/>
          <a:noFill/>
          <a:ln>
            <a:noFill/>
          </a:ln>
        </p:spPr>
        <p:txBody>
          <a:bodyPr anchor="t" anchorCtr="0" bIns="68550" lIns="137125" rIns="137125" spcFirstLastPara="1" tIns="68550" wrap="square">
            <a:noAutofit/>
          </a:bodyPr>
          <a:p>
            <a:pPr algn="l" indent="-342900" lvl="0" marL="34290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cap="none" sz="28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a detailed cost estimate in table format</a:t>
            </a:r>
            <a:endParaRPr b="1" cap="none" sz="28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73;p6"/>
          <p:cNvSpPr txBox="1"/>
          <p:nvPr>
            <p:ph type="sldNum" idx="12"/>
          </p:nvPr>
        </p:nvSpPr>
        <p:spPr>
          <a:xfrm>
            <a:off x="1442417" y="9543056"/>
            <a:ext cx="784860" cy="37147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Franklin Gothic"/>
              <a:buNone/>
            </a:pPr>
            <a:fld id="{00000000-1234-1234-1234-123412341234}" type="slidenum">
              <a:rPr sz="1800" lang="en-US">
                <a:latin typeface="Franklin Gothic"/>
                <a:ea typeface="Franklin Gothic"/>
                <a:cs typeface="Franklin Gothic"/>
                <a:sym typeface="Franklin Gothic"/>
              </a:rPr>
              <a:t>6</a:t>
            </a:fld>
            <a:endParaRPr sz="180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grpSp>
        <p:nvGrpSpPr>
          <p:cNvPr id="45" name="Google Shape;174;p6"/>
          <p:cNvGrpSpPr/>
          <p:nvPr/>
        </p:nvGrpSpPr>
        <p:grpSpPr>
          <a:xfrm>
            <a:off x="10896600" y="0"/>
            <a:ext cx="9063119" cy="10447674"/>
            <a:chOff x="0" y="0"/>
            <a:chExt cx="12084158" cy="13930230"/>
          </a:xfrm>
        </p:grpSpPr>
        <p:sp>
          <p:nvSpPr>
            <p:cNvPr id="1048640" name="Google Shape;175;p6"/>
            <p:cNvSpPr/>
            <p:nvPr/>
          </p:nvSpPr>
          <p:spPr>
            <a:xfrm>
              <a:off x="652623" y="0"/>
              <a:ext cx="11431535" cy="12148670"/>
            </a:xfrm>
            <a:custGeom>
              <a:avLst/>
              <a:ahLst/>
              <a:rect l="l" t="t" r="r" b="b"/>
              <a:pathLst>
                <a:path w="11431535" h="12148672" extrusionOk="0">
                  <a:moveTo>
                    <a:pt x="0" y="0"/>
                  </a:moveTo>
                  <a:lnTo>
                    <a:pt x="11431535" y="0"/>
                  </a:lnTo>
                  <a:lnTo>
                    <a:pt x="11431535" y="12148672"/>
                  </a:lnTo>
                  <a:lnTo>
                    <a:pt x="0" y="12148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487" t="0" r="-7291" b="-1290"/>
              </a:stretch>
            </a:blipFill>
            <a:ln>
              <a:noFill/>
            </a:ln>
          </p:spPr>
        </p:sp>
        <p:sp>
          <p:nvSpPr>
            <p:cNvPr id="1048641" name="Google Shape;176;p6"/>
            <p:cNvSpPr/>
            <p:nvPr/>
          </p:nvSpPr>
          <p:spPr>
            <a:xfrm>
              <a:off x="0" y="11380845"/>
              <a:ext cx="4720489" cy="2549385"/>
            </a:xfrm>
            <a:custGeom>
              <a:avLst/>
              <a:ahLst/>
              <a:rect l="l" t="t" r="r" b="b"/>
              <a:pathLst>
                <a:path w="4720489" h="2549386" extrusionOk="0">
                  <a:moveTo>
                    <a:pt x="0" y="0"/>
                  </a:moveTo>
                  <a:lnTo>
                    <a:pt x="4720489" y="0"/>
                  </a:lnTo>
                  <a:lnTo>
                    <a:pt x="4720489" y="2549386"/>
                  </a:lnTo>
                  <a:lnTo>
                    <a:pt x="0" y="2549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xmlns:r="http://schemas.openxmlformats.org/officeDocument/2006/relationships" r:embed="rId1">
                <a:alphaModFix/>
              </a:blip>
              <a:stretch>
                <a:fillRect l="-1196" t="-382108" r="-162865" b="-6221"/>
              </a:stretch>
            </a:blipFill>
            <a:ln>
              <a:noFill/>
            </a:ln>
          </p:spPr>
        </p:sp>
      </p:grpSp>
      <p:sp>
        <p:nvSpPr>
          <p:cNvPr id="1048642" name="Google Shape;177;p6"/>
          <p:cNvSpPr txBox="1"/>
          <p:nvPr>
            <p:ph type="title"/>
          </p:nvPr>
        </p:nvSpPr>
        <p:spPr>
          <a:xfrm>
            <a:off x="1446035" y="1318595"/>
            <a:ext cx="7412216" cy="916295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t/>
            </a:r>
          </a:p>
        </p:txBody>
      </p:sp>
      <p:sp>
        <p:nvSpPr>
          <p:cNvPr id="1048643" name="Google Shape;178;p6"/>
          <p:cNvSpPr txBox="1"/>
          <p:nvPr/>
        </p:nvSpPr>
        <p:spPr>
          <a:xfrm>
            <a:off x="1446035" y="1318595"/>
            <a:ext cx="16062860" cy="4195797"/>
          </a:xfrm>
          <a:prstGeom prst="rect"/>
          <a:noFill/>
          <a:ln>
            <a:noFill/>
          </a:ln>
        </p:spPr>
        <p:txBody>
          <a:bodyPr anchor="b" anchorCtr="0" bIns="0" lIns="0" rIns="0" spcFirstLastPara="1" tIns="0" wrap="square">
            <a:normAutofit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b="1" cap="none" sz="3600" i="0" lang="en-US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 template for reference. Students can add pictures, designs and other necessary elements to slides to enhance the ppt. Students can add more number of slides if required. (Presentation Time: Less than 10 mins)</a:t>
            </a:r>
            <a:endParaRPr b="1" cap="none" sz="3600" i="0" strike="noStrike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Vaibhav</dc:creator>
  <dcterms:created xsi:type="dcterms:W3CDTF">2006-08-15T13:00:00Z</dcterms:created>
  <dcterms:modified xsi:type="dcterms:W3CDTF">2026-08-26T07:41:37Z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89e4ec0b71754d898b11d52a52a7e19c_23</vt:lpwstr>
  </property>
</Properties>
</file>